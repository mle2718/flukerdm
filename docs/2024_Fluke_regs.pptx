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EBB27-8555-4254-8048-FDAF10D60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F5813-AF87-44EB-84CD-4760C0DED7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DBC9B-187B-481E-B5FD-9F423D660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8C18-6A14-45D5-9F71-6AC6689711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F1487-FD7A-4740-81C6-726140ED3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E7979-1002-417A-8417-61005F031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0CD24-810F-4878-A282-4C4483FCC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023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016EF-E694-4BCC-BFC9-1DCE49E08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7B776-8CA9-4FBA-BC89-DBDBBDC3E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4FE04-C756-4C20-B4EA-4B37A8EE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8C18-6A14-45D5-9F71-6AC6689711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0F85B-684D-4853-8DEB-638E2DC4A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6EEFB-3225-47C0-A877-0FE854335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0CD24-810F-4878-A282-4C4483FCC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83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C64F4-BFF9-4AED-8DA6-50D3ED3D8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FA964-DB27-4B39-985E-FC883B8B0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12462-C537-44E7-8208-82BC75C3F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8C18-6A14-45D5-9F71-6AC6689711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F7974-2F94-41D1-B41D-D699992F6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6E67A-FDF1-41AB-9B0F-CCF567BEA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0CD24-810F-4878-A282-4C4483FCC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017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BD31F-A475-4179-ACC7-E1D10A147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B74DC-7A4E-452F-9D45-DF66AE8281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14026-A571-4805-810F-E305515E3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ABF30-A57D-4F70-8DDD-FF7D894F8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8C18-6A14-45D5-9F71-6AC6689711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1F5FF-D1D3-46E8-A69A-AF466C493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B6F652-A87A-4B23-9694-7F6C07258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0CD24-810F-4878-A282-4C4483FCC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88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C8C13-A6E5-419D-99CD-EFE7CE901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DF916-44CB-4FA4-ADA5-3CA08DDA2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84055C-532F-47C1-917A-2AA1EEB98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DFC08B-AF22-45DC-AE52-D5CB1C63D6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535925-1547-41A8-A45B-98D2D8074E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1DBF4A-E924-4DD4-990C-149C248CA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8C18-6A14-45D5-9F71-6AC6689711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DDF30B-E004-4F2B-B1B5-1A5160150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FB79FA-7663-48FA-B68A-7D630CD9C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0CD24-810F-4878-A282-4C4483FCC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705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FB99A-E81E-48D3-A0E0-0FB2D9C16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D9C827-E365-423F-85D7-3ED138CF3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8C18-6A14-45D5-9F71-6AC6689711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4E30C3-325B-4022-89BF-C29F81AEB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3505F3-9BBC-4674-ABA0-D63ACEEE1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0CD24-810F-4878-A282-4C4483FCC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642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DB422B-6391-4991-BE3C-ED099538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8C18-6A14-45D5-9F71-6AC6689711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131EDC-6397-49C5-A3F7-5B4C89D14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68DD6-BBA8-4237-AFAA-6B7C5DAE5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0CD24-810F-4878-A282-4C4483FCC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88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DDEF8-0573-4F22-8DC5-B6D92FD6F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3D2C7-E143-4578-BA0B-87AF4423E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FAC53-1A4D-48F1-A3D7-6A283BC04D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FEE53F-135B-46D4-9A6D-D8D333CEA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8C18-6A14-45D5-9F71-6AC6689711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B7638-2F21-4031-AED7-7B77DB17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AB564-3CD8-42E0-B2E5-E68926C47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0CD24-810F-4878-A282-4C4483FCC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38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BAD64-87AC-476F-8576-91943D763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E13840-CAE5-4B1B-AB8C-F1CC20A466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7A3A9-AA8F-4EC8-BDEE-7B6F3C582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1823C1-D7DC-4C6B-A4E0-0C4C61179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8C18-6A14-45D5-9F71-6AC6689711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8322E9-F237-4D5E-9D2A-F913BAF29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B2EBE-9688-40F5-AF13-9AC3BBCC3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0CD24-810F-4878-A282-4C4483FCC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456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5207A-2900-463E-AE09-087188040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EB9C0-F47A-4B02-A226-1D5D78FD4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F3F-CDED-452B-BA49-1E59B8943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8C18-6A14-45D5-9F71-6AC6689711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A48EA-5D44-4B45-8BDB-F41BEFC5A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2536E-491C-492B-81AA-64586BD55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0CD24-810F-4878-A282-4C4483FCC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629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5F4B5F-D672-4E83-BB43-7FBFD9CFD0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4CF1AB-D36C-43DC-B9DF-6C772D209A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B3436-743A-4368-B75A-8B403607F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8C18-6A14-45D5-9F71-6AC6689711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1D1D3-DCA4-4335-A5F5-49F5182F8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82FB1-08B0-4DD8-BABD-78B08ECDA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0CD24-810F-4878-A282-4C4483FCC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995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AE6428-6E0F-4090-B84F-104B2CDCA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64A34-56B0-4DF5-83D3-14BEC6017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83B25-24AB-4A57-B3BF-0EEDD622B6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08C18-6A14-45D5-9F71-6AC6689711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39A63-BD9B-4758-8264-538F79F109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97603-4BB0-4D70-9416-6C37303F2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0CD24-810F-4878-A282-4C4483FCC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7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53CD09-5928-48E4-8C9F-AA2CF12104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8128"/>
            <a:ext cx="6121209" cy="682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966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FF48E5-3E77-44ED-9ECC-2AEC29C03C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482" y="-25718"/>
            <a:ext cx="6823544" cy="688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863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D2F6EC-6E33-4D36-BDD7-08FB33B1B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371" y="0"/>
            <a:ext cx="6718038" cy="692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362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4185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Kimberly.Bastille</dc:creator>
  <cp:lastModifiedBy>Andrew Carr-Harris</cp:lastModifiedBy>
  <cp:revision>3</cp:revision>
  <dcterms:created xsi:type="dcterms:W3CDTF">2025-06-04T18:41:41Z</dcterms:created>
  <dcterms:modified xsi:type="dcterms:W3CDTF">2026-01-23T12:59:58Z</dcterms:modified>
</cp:coreProperties>
</file>